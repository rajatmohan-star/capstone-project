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4"/>
  </p:notesMasterIdLst>
  <p:handoutMasterIdLst>
    <p:handoutMasterId r:id="rId5"/>
  </p:handoutMasterIdLst>
  <p:sldIdLst>
    <p:sldId id="983" r:id="rId2"/>
    <p:sldId id="984" r:id="rId3"/>
  </p:sldIdLst>
  <p:sldSz cx="9906000" cy="6858000" type="A4"/>
  <p:notesSz cx="9363075" cy="7077075"/>
  <p:defaultTextStyle>
    <a:defPPr>
      <a:defRPr lang="en-US"/>
    </a:defPPr>
    <a:lvl1pPr algn="l" rtl="0" fontAlgn="base">
      <a:spcBef>
        <a:spcPct val="0"/>
      </a:spcBef>
      <a:spcAft>
        <a:spcPct val="0"/>
      </a:spcAft>
      <a:buSzPct val="125000"/>
      <a:buFont typeface="Wingdings" pitchFamily="2" charset="2"/>
      <a:buChar char="•"/>
      <a:defRPr sz="1200" kern="1200">
        <a:solidFill>
          <a:srgbClr val="474747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buSzPct val="125000"/>
      <a:buFont typeface="Wingdings" pitchFamily="2" charset="2"/>
      <a:buChar char="•"/>
      <a:defRPr sz="1200" kern="1200">
        <a:solidFill>
          <a:srgbClr val="474747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buSzPct val="125000"/>
      <a:buFont typeface="Wingdings" pitchFamily="2" charset="2"/>
      <a:buChar char="•"/>
      <a:defRPr sz="1200" kern="1200">
        <a:solidFill>
          <a:srgbClr val="474747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buSzPct val="125000"/>
      <a:buFont typeface="Wingdings" pitchFamily="2" charset="2"/>
      <a:buChar char="•"/>
      <a:defRPr sz="1200" kern="1200">
        <a:solidFill>
          <a:srgbClr val="474747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buSzPct val="125000"/>
      <a:buFont typeface="Wingdings" pitchFamily="2" charset="2"/>
      <a:buChar char="•"/>
      <a:defRPr sz="1200" kern="1200">
        <a:solidFill>
          <a:srgbClr val="474747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rgbClr val="474747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200" kern="1200">
        <a:solidFill>
          <a:srgbClr val="474747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200" kern="1200">
        <a:solidFill>
          <a:srgbClr val="474747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200" kern="1200">
        <a:solidFill>
          <a:srgbClr val="474747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00">
          <p15:clr>
            <a:srgbClr val="A4A3A4"/>
          </p15:clr>
        </p15:guide>
        <p15:guide id="2" pos="3078">
          <p15:clr>
            <a:srgbClr val="A4A3A4"/>
          </p15:clr>
        </p15:guide>
        <p15:guide id="3" pos="469">
          <p15:clr>
            <a:srgbClr val="A4A3A4"/>
          </p15:clr>
        </p15:guide>
        <p15:guide id="4" pos="5783">
          <p15:clr>
            <a:srgbClr val="A4A3A4"/>
          </p15:clr>
        </p15:guide>
        <p15:guide id="5" pos="317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1">
          <p15:clr>
            <a:srgbClr val="A4A3A4"/>
          </p15:clr>
        </p15:guide>
        <p15:guide id="2" pos="294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23F"/>
    <a:srgbClr val="3282A0"/>
    <a:srgbClr val="D78A1C"/>
    <a:srgbClr val="FDFD17"/>
    <a:srgbClr val="FFFF00"/>
    <a:srgbClr val="A13D3A"/>
    <a:srgbClr val="C5DEC4"/>
    <a:srgbClr val="C0C0C0"/>
    <a:srgbClr val="F2F2F2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73A4AB-F7FF-4719-AEBB-58BB43302FA3}" v="4" dt="2025-10-03T06:30:44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06" autoAdjust="0"/>
    <p:restoredTop sz="99645" autoAdjust="0"/>
  </p:normalViewPr>
  <p:slideViewPr>
    <p:cSldViewPr snapToGrid="0">
      <p:cViewPr varScale="1">
        <p:scale>
          <a:sx n="92" d="100"/>
          <a:sy n="92" d="100"/>
        </p:scale>
        <p:origin x="1236" y="56"/>
      </p:cViewPr>
      <p:guideLst>
        <p:guide orient="horz" pos="3000"/>
        <p:guide pos="3078"/>
        <p:guide pos="469"/>
        <p:guide pos="5783"/>
        <p:guide pos="31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1" d="100"/>
        <a:sy n="61" d="100"/>
      </p:scale>
      <p:origin x="0" y="0"/>
    </p:cViewPr>
  </p:notesTextViewPr>
  <p:sorterViewPr>
    <p:cViewPr>
      <p:scale>
        <a:sx n="90" d="100"/>
        <a:sy n="90" d="100"/>
      </p:scale>
      <p:origin x="0" y="7716"/>
    </p:cViewPr>
  </p:sorterViewPr>
  <p:notesViewPr>
    <p:cSldViewPr snapToGrid="0">
      <p:cViewPr varScale="1">
        <p:scale>
          <a:sx n="47" d="100"/>
          <a:sy n="47" d="100"/>
        </p:scale>
        <p:origin x="-942" y="-102"/>
      </p:cViewPr>
      <p:guideLst>
        <p:guide orient="horz" pos="2231"/>
        <p:guide pos="294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endra Sharma" userId="7b901ef0-99db-43d3-97ba-0c544c30f217" providerId="ADAL" clId="{75D6B8AF-9399-4DDF-AFA5-AA3D509F3135}"/>
    <pc:docChg chg="custSel modSld">
      <pc:chgData name="Devendra Sharma" userId="7b901ef0-99db-43d3-97ba-0c544c30f217" providerId="ADAL" clId="{75D6B8AF-9399-4DDF-AFA5-AA3D509F3135}" dt="2025-10-03T06:34:04.289" v="189" actId="20577"/>
      <pc:docMkLst>
        <pc:docMk/>
      </pc:docMkLst>
      <pc:sldChg chg="addSp delSp modSp mod">
        <pc:chgData name="Devendra Sharma" userId="7b901ef0-99db-43d3-97ba-0c544c30f217" providerId="ADAL" clId="{75D6B8AF-9399-4DDF-AFA5-AA3D509F3135}" dt="2025-10-03T06:34:04.289" v="189" actId="20577"/>
        <pc:sldMkLst>
          <pc:docMk/>
          <pc:sldMk cId="488519330" sldId="983"/>
        </pc:sldMkLst>
        <pc:spChg chg="mod">
          <ac:chgData name="Devendra Sharma" userId="7b901ef0-99db-43d3-97ba-0c544c30f217" providerId="ADAL" clId="{75D6B8AF-9399-4DDF-AFA5-AA3D509F3135}" dt="2025-10-03T06:30:44.586" v="113"/>
          <ac:spMkLst>
            <pc:docMk/>
            <pc:sldMk cId="488519330" sldId="983"/>
            <ac:spMk id="2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7:15.398" v="14" actId="478"/>
          <ac:spMkLst>
            <pc:docMk/>
            <pc:sldMk cId="488519330" sldId="983"/>
            <ac:spMk id="8" creationId="{00000000-0000-0000-0000-000000000000}"/>
          </ac:spMkLst>
        </pc:spChg>
        <pc:spChg chg="add mod">
          <ac:chgData name="Devendra Sharma" userId="7b901ef0-99db-43d3-97ba-0c544c30f217" providerId="ADAL" clId="{75D6B8AF-9399-4DDF-AFA5-AA3D509F3135}" dt="2025-10-03T06:29:11.949" v="67" actId="1076"/>
          <ac:spMkLst>
            <pc:docMk/>
            <pc:sldMk cId="488519330" sldId="983"/>
            <ac:spMk id="10" creationId="{48F7EF00-229B-E025-1713-6214F149E8B4}"/>
          </ac:spMkLst>
        </pc:spChg>
        <pc:spChg chg="add mod">
          <ac:chgData name="Devendra Sharma" userId="7b901ef0-99db-43d3-97ba-0c544c30f217" providerId="ADAL" clId="{75D6B8AF-9399-4DDF-AFA5-AA3D509F3135}" dt="2025-10-03T06:29:39.629" v="79" actId="1076"/>
          <ac:spMkLst>
            <pc:docMk/>
            <pc:sldMk cId="488519330" sldId="983"/>
            <ac:spMk id="11" creationId="{FA6BFA57-49FE-B8C6-885A-D8DC96794B5D}"/>
          </ac:spMkLst>
        </pc:spChg>
        <pc:spChg chg="mod">
          <ac:chgData name="Devendra Sharma" userId="7b901ef0-99db-43d3-97ba-0c544c30f217" providerId="ADAL" clId="{75D6B8AF-9399-4DDF-AFA5-AA3D509F3135}" dt="2025-10-03T06:30:44.586" v="113"/>
          <ac:spMkLst>
            <pc:docMk/>
            <pc:sldMk cId="488519330" sldId="983"/>
            <ac:spMk id="22" creationId="{00000000-0000-0000-0000-000000000000}"/>
          </ac:spMkLst>
        </pc:spChg>
        <pc:spChg chg="mod">
          <ac:chgData name="Devendra Sharma" userId="7b901ef0-99db-43d3-97ba-0c544c30f217" providerId="ADAL" clId="{75D6B8AF-9399-4DDF-AFA5-AA3D509F3135}" dt="2025-10-03T06:30:44.586" v="113"/>
          <ac:spMkLst>
            <pc:docMk/>
            <pc:sldMk cId="488519330" sldId="983"/>
            <ac:spMk id="42" creationId="{00000000-0000-0000-0000-000000000000}"/>
          </ac:spMkLst>
        </pc:spChg>
        <pc:spChg chg="mod">
          <ac:chgData name="Devendra Sharma" userId="7b901ef0-99db-43d3-97ba-0c544c30f217" providerId="ADAL" clId="{75D6B8AF-9399-4DDF-AFA5-AA3D509F3135}" dt="2025-10-03T06:31:31.104" v="168" actId="20577"/>
          <ac:spMkLst>
            <pc:docMk/>
            <pc:sldMk cId="488519330" sldId="983"/>
            <ac:spMk id="43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35.187" v="12" actId="478"/>
          <ac:spMkLst>
            <pc:docMk/>
            <pc:sldMk cId="488519330" sldId="983"/>
            <ac:spMk id="44" creationId="{00000000-0000-0000-0000-000000000000}"/>
          </ac:spMkLst>
        </pc:spChg>
        <pc:spChg chg="mod">
          <ac:chgData name="Devendra Sharma" userId="7b901ef0-99db-43d3-97ba-0c544c30f217" providerId="ADAL" clId="{75D6B8AF-9399-4DDF-AFA5-AA3D509F3135}" dt="2025-10-03T06:31:11.278" v="142" actId="20577"/>
          <ac:spMkLst>
            <pc:docMk/>
            <pc:sldMk cId="488519330" sldId="983"/>
            <ac:spMk id="47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48" creationId="{00000000-0000-0000-0000-000000000000}"/>
          </ac:spMkLst>
        </pc:spChg>
        <pc:spChg chg="mod">
          <ac:chgData name="Devendra Sharma" userId="7b901ef0-99db-43d3-97ba-0c544c30f217" providerId="ADAL" clId="{75D6B8AF-9399-4DDF-AFA5-AA3D509F3135}" dt="2025-10-03T06:30:44.586" v="113"/>
          <ac:spMkLst>
            <pc:docMk/>
            <pc:sldMk cId="488519330" sldId="983"/>
            <ac:spMk id="49" creationId="{00000000-0000-0000-0000-000000000000}"/>
          </ac:spMkLst>
        </pc:spChg>
        <pc:spChg chg="del mod">
          <ac:chgData name="Devendra Sharma" userId="7b901ef0-99db-43d3-97ba-0c544c30f217" providerId="ADAL" clId="{75D6B8AF-9399-4DDF-AFA5-AA3D509F3135}" dt="2025-10-03T06:25:34.862" v="2" actId="478"/>
          <ac:spMkLst>
            <pc:docMk/>
            <pc:sldMk cId="488519330" sldId="983"/>
            <ac:spMk id="54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7:15.398" v="14" actId="478"/>
          <ac:spMkLst>
            <pc:docMk/>
            <pc:sldMk cId="488519330" sldId="983"/>
            <ac:spMk id="58" creationId="{00000000-0000-0000-0000-000000000000}"/>
          </ac:spMkLst>
        </pc:spChg>
        <pc:spChg chg="mod">
          <ac:chgData name="Devendra Sharma" userId="7b901ef0-99db-43d3-97ba-0c544c30f217" providerId="ADAL" clId="{75D6B8AF-9399-4DDF-AFA5-AA3D509F3135}" dt="2025-10-03T06:31:01.087" v="132" actId="20577"/>
          <ac:spMkLst>
            <pc:docMk/>
            <pc:sldMk cId="488519330" sldId="983"/>
            <ac:spMk id="59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54.658" v="6" actId="478"/>
          <ac:spMkLst>
            <pc:docMk/>
            <pc:sldMk cId="488519330" sldId="983"/>
            <ac:spMk id="61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62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35.187" v="12" actId="478"/>
          <ac:spMkLst>
            <pc:docMk/>
            <pc:sldMk cId="488519330" sldId="983"/>
            <ac:spMk id="63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64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35.187" v="12" actId="478"/>
          <ac:spMkLst>
            <pc:docMk/>
            <pc:sldMk cId="488519330" sldId="983"/>
            <ac:spMk id="65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35.187" v="12" actId="478"/>
          <ac:spMkLst>
            <pc:docMk/>
            <pc:sldMk cId="488519330" sldId="983"/>
            <ac:spMk id="66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67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68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69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7:28.287" v="15" actId="478"/>
          <ac:spMkLst>
            <pc:docMk/>
            <pc:sldMk cId="488519330" sldId="983"/>
            <ac:spMk id="71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7:15.398" v="14" actId="478"/>
          <ac:spMkLst>
            <pc:docMk/>
            <pc:sldMk cId="488519330" sldId="983"/>
            <ac:spMk id="74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75" creationId="{00000000-0000-0000-0000-000000000000}"/>
          </ac:spMkLst>
        </pc:spChg>
        <pc:spChg chg="mod">
          <ac:chgData name="Devendra Sharma" userId="7b901ef0-99db-43d3-97ba-0c544c30f217" providerId="ADAL" clId="{75D6B8AF-9399-4DDF-AFA5-AA3D509F3135}" dt="2025-10-03T06:30:44.586" v="113"/>
          <ac:spMkLst>
            <pc:docMk/>
            <pc:sldMk cId="488519330" sldId="983"/>
            <ac:spMk id="77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35.187" v="12" actId="478"/>
          <ac:spMkLst>
            <pc:docMk/>
            <pc:sldMk cId="488519330" sldId="983"/>
            <ac:spMk id="78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51.897" v="5" actId="478"/>
          <ac:spMkLst>
            <pc:docMk/>
            <pc:sldMk cId="488519330" sldId="983"/>
            <ac:spMk id="80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35.187" v="12" actId="478"/>
          <ac:spMkLst>
            <pc:docMk/>
            <pc:sldMk cId="488519330" sldId="983"/>
            <ac:spMk id="82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83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84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7:15.398" v="14" actId="478"/>
          <ac:spMkLst>
            <pc:docMk/>
            <pc:sldMk cId="488519330" sldId="983"/>
            <ac:spMk id="89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7:15.398" v="14" actId="478"/>
          <ac:spMkLst>
            <pc:docMk/>
            <pc:sldMk cId="488519330" sldId="983"/>
            <ac:spMk id="90" creationId="{00000000-0000-0000-0000-000000000000}"/>
          </ac:spMkLst>
        </pc:spChg>
        <pc:spChg chg="mod">
          <ac:chgData name="Devendra Sharma" userId="7b901ef0-99db-43d3-97ba-0c544c30f217" providerId="ADAL" clId="{75D6B8AF-9399-4DDF-AFA5-AA3D509F3135}" dt="2025-10-03T06:34:04.289" v="189" actId="20577"/>
          <ac:spMkLst>
            <pc:docMk/>
            <pc:sldMk cId="488519330" sldId="983"/>
            <ac:spMk id="91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48.797" v="13" actId="478"/>
          <ac:spMkLst>
            <pc:docMk/>
            <pc:sldMk cId="488519330" sldId="983"/>
            <ac:spMk id="92" creationId="{00000000-0000-0000-0000-000000000000}"/>
          </ac:spMkLst>
        </pc:spChg>
        <pc:spChg chg="mod">
          <ac:chgData name="Devendra Sharma" userId="7b901ef0-99db-43d3-97ba-0c544c30f217" providerId="ADAL" clId="{75D6B8AF-9399-4DDF-AFA5-AA3D509F3135}" dt="2025-10-03T06:30:44.586" v="113"/>
          <ac:spMkLst>
            <pc:docMk/>
            <pc:sldMk cId="488519330" sldId="983"/>
            <ac:spMk id="94" creationId="{00000000-0000-0000-0000-000000000000}"/>
          </ac:spMkLst>
        </pc:spChg>
        <pc:spChg chg="del mod">
          <ac:chgData name="Devendra Sharma" userId="7b901ef0-99db-43d3-97ba-0c544c30f217" providerId="ADAL" clId="{75D6B8AF-9399-4DDF-AFA5-AA3D509F3135}" dt="2025-10-03T06:29:29.711" v="77" actId="478"/>
          <ac:spMkLst>
            <pc:docMk/>
            <pc:sldMk cId="488519330" sldId="983"/>
            <ac:spMk id="99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02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03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04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05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06.088" v="9" actId="478"/>
          <ac:spMkLst>
            <pc:docMk/>
            <pc:sldMk cId="488519330" sldId="983"/>
            <ac:spMk id="108" creationId="{278EC7B7-879F-4851-8EEA-2EBF922BC9EB}"/>
          </ac:spMkLst>
        </pc:spChg>
        <pc:spChg chg="del">
          <ac:chgData name="Devendra Sharma" userId="7b901ef0-99db-43d3-97ba-0c544c30f217" providerId="ADAL" clId="{75D6B8AF-9399-4DDF-AFA5-AA3D509F3135}" dt="2025-10-03T06:26:10.028" v="10" actId="478"/>
          <ac:spMkLst>
            <pc:docMk/>
            <pc:sldMk cId="488519330" sldId="983"/>
            <ac:spMk id="112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17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19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22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24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27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7:28.287" v="15" actId="478"/>
          <ac:spMkLst>
            <pc:docMk/>
            <pc:sldMk cId="488519330" sldId="983"/>
            <ac:spMk id="129" creationId="{00000000-0000-0000-0000-000000000000}"/>
          </ac:spMkLst>
        </pc:spChg>
        <pc:spChg chg="mod">
          <ac:chgData name="Devendra Sharma" userId="7b901ef0-99db-43d3-97ba-0c544c30f217" providerId="ADAL" clId="{75D6B8AF-9399-4DDF-AFA5-AA3D509F3135}" dt="2025-10-03T06:30:44.586" v="113"/>
          <ac:spMkLst>
            <pc:docMk/>
            <pc:sldMk cId="488519330" sldId="983"/>
            <ac:spMk id="130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5:27.498" v="0" actId="478"/>
          <ac:spMkLst>
            <pc:docMk/>
            <pc:sldMk cId="488519330" sldId="983"/>
            <ac:spMk id="131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06.088" v="9" actId="478"/>
          <ac:spMkLst>
            <pc:docMk/>
            <pc:sldMk cId="488519330" sldId="983"/>
            <ac:spMk id="134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06.088" v="9" actId="478"/>
          <ac:spMkLst>
            <pc:docMk/>
            <pc:sldMk cId="488519330" sldId="983"/>
            <ac:spMk id="135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06.088" v="9" actId="478"/>
          <ac:spMkLst>
            <pc:docMk/>
            <pc:sldMk cId="488519330" sldId="983"/>
            <ac:spMk id="136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06.088" v="9" actId="478"/>
          <ac:spMkLst>
            <pc:docMk/>
            <pc:sldMk cId="488519330" sldId="983"/>
            <ac:spMk id="137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06.088" v="9" actId="478"/>
          <ac:spMkLst>
            <pc:docMk/>
            <pc:sldMk cId="488519330" sldId="983"/>
            <ac:spMk id="138" creationId="{00000000-0000-0000-0000-000000000000}"/>
          </ac:spMkLst>
        </pc:spChg>
        <pc:spChg chg="del">
          <ac:chgData name="Devendra Sharma" userId="7b901ef0-99db-43d3-97ba-0c544c30f217" providerId="ADAL" clId="{75D6B8AF-9399-4DDF-AFA5-AA3D509F3135}" dt="2025-10-03T06:26:06.088" v="9" actId="478"/>
          <ac:spMkLst>
            <pc:docMk/>
            <pc:sldMk cId="488519330" sldId="983"/>
            <ac:spMk id="139" creationId="{00000000-0000-0000-0000-000000000000}"/>
          </ac:spMkLst>
        </pc:spChg>
        <pc:cxnChg chg="del">
          <ac:chgData name="Devendra Sharma" userId="7b901ef0-99db-43d3-97ba-0c544c30f217" providerId="ADAL" clId="{75D6B8AF-9399-4DDF-AFA5-AA3D509F3135}" dt="2025-10-03T06:27:38.082" v="16" actId="478"/>
          <ac:cxnSpMkLst>
            <pc:docMk/>
            <pc:sldMk cId="488519330" sldId="983"/>
            <ac:cxnSpMk id="7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5:48.943" v="4" actId="478"/>
          <ac:cxnSpMkLst>
            <pc:docMk/>
            <pc:sldMk cId="488519330" sldId="983"/>
            <ac:cxnSpMk id="36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5:43.373" v="3" actId="478"/>
          <ac:cxnSpMkLst>
            <pc:docMk/>
            <pc:sldMk cId="488519330" sldId="983"/>
            <ac:cxnSpMk id="38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7:28.287" v="15" actId="478"/>
          <ac:cxnSpMkLst>
            <pc:docMk/>
            <pc:sldMk cId="488519330" sldId="983"/>
            <ac:cxnSpMk id="52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7:28.287" v="15" actId="478"/>
          <ac:cxnSpMkLst>
            <pc:docMk/>
            <pc:sldMk cId="488519330" sldId="983"/>
            <ac:cxnSpMk id="70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6:35.187" v="12" actId="478"/>
          <ac:cxnSpMkLst>
            <pc:docMk/>
            <pc:sldMk cId="488519330" sldId="983"/>
            <ac:cxnSpMk id="72" creationId="{00000000-0000-0000-0000-000000000000}"/>
          </ac:cxnSpMkLst>
        </pc:cxnChg>
        <pc:cxnChg chg="del mod">
          <ac:chgData name="Devendra Sharma" userId="7b901ef0-99db-43d3-97ba-0c544c30f217" providerId="ADAL" clId="{75D6B8AF-9399-4DDF-AFA5-AA3D509F3135}" dt="2025-10-03T06:25:58.992" v="7" actId="478"/>
          <ac:cxnSpMkLst>
            <pc:docMk/>
            <pc:sldMk cId="488519330" sldId="983"/>
            <ac:cxnSpMk id="73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7:28.287" v="15" actId="478"/>
          <ac:cxnSpMkLst>
            <pc:docMk/>
            <pc:sldMk cId="488519330" sldId="983"/>
            <ac:cxnSpMk id="81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6:02.698" v="8" actId="478"/>
          <ac:cxnSpMkLst>
            <pc:docMk/>
            <pc:sldMk cId="488519330" sldId="983"/>
            <ac:cxnSpMk id="85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7:15.398" v="14" actId="478"/>
          <ac:cxnSpMkLst>
            <pc:docMk/>
            <pc:sldMk cId="488519330" sldId="983"/>
            <ac:cxnSpMk id="86" creationId="{00000000-0000-0000-0000-000000000000}"/>
          </ac:cxnSpMkLst>
        </pc:cxnChg>
        <pc:cxnChg chg="del mod">
          <ac:chgData name="Devendra Sharma" userId="7b901ef0-99db-43d3-97ba-0c544c30f217" providerId="ADAL" clId="{75D6B8AF-9399-4DDF-AFA5-AA3D509F3135}" dt="2025-10-03T06:31:17.209" v="143" actId="478"/>
          <ac:cxnSpMkLst>
            <pc:docMk/>
            <pc:sldMk cId="488519330" sldId="983"/>
            <ac:cxnSpMk id="88" creationId="{00000000-0000-0000-0000-000000000000}"/>
          </ac:cxnSpMkLst>
        </pc:cxnChg>
        <pc:cxnChg chg="mod">
          <ac:chgData name="Devendra Sharma" userId="7b901ef0-99db-43d3-97ba-0c544c30f217" providerId="ADAL" clId="{75D6B8AF-9399-4DDF-AFA5-AA3D509F3135}" dt="2025-10-03T06:27:58.864" v="21" actId="14100"/>
          <ac:cxnSpMkLst>
            <pc:docMk/>
            <pc:sldMk cId="488519330" sldId="983"/>
            <ac:cxnSpMk id="93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7:15.398" v="14" actId="478"/>
          <ac:cxnSpMkLst>
            <pc:docMk/>
            <pc:sldMk cId="488519330" sldId="983"/>
            <ac:cxnSpMk id="95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6:35.187" v="12" actId="478"/>
          <ac:cxnSpMkLst>
            <pc:docMk/>
            <pc:sldMk cId="488519330" sldId="983"/>
            <ac:cxnSpMk id="96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6:35.187" v="12" actId="478"/>
          <ac:cxnSpMkLst>
            <pc:docMk/>
            <pc:sldMk cId="488519330" sldId="983"/>
            <ac:cxnSpMk id="98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6:35.187" v="12" actId="478"/>
          <ac:cxnSpMkLst>
            <pc:docMk/>
            <pc:sldMk cId="488519330" sldId="983"/>
            <ac:cxnSpMk id="100" creationId="{00000000-0000-0000-0000-000000000000}"/>
          </ac:cxnSpMkLst>
        </pc:cxnChg>
        <pc:cxnChg chg="del">
          <ac:chgData name="Devendra Sharma" userId="7b901ef0-99db-43d3-97ba-0c544c30f217" providerId="ADAL" clId="{75D6B8AF-9399-4DDF-AFA5-AA3D509F3135}" dt="2025-10-03T06:26:06.088" v="9" actId="478"/>
          <ac:cxnSpMkLst>
            <pc:docMk/>
            <pc:sldMk cId="488519330" sldId="983"/>
            <ac:cxnSpMk id="107" creationId="{4C9CB935-C6F9-47CE-ABA3-79C2F5A65E54}"/>
          </ac:cxnSpMkLst>
        </pc:cxnChg>
        <pc:cxnChg chg="del">
          <ac:chgData name="Devendra Sharma" userId="7b901ef0-99db-43d3-97ba-0c544c30f217" providerId="ADAL" clId="{75D6B8AF-9399-4DDF-AFA5-AA3D509F3135}" dt="2025-10-03T06:26:16.230" v="11" actId="478"/>
          <ac:cxnSpMkLst>
            <pc:docMk/>
            <pc:sldMk cId="488519330" sldId="983"/>
            <ac:cxnSpMk id="111" creationId="{00000000-0000-0000-0000-000000000000}"/>
          </ac:cxnSpMkLst>
        </pc:cxnChg>
        <pc:cxnChg chg="mod">
          <ac:chgData name="Devendra Sharma" userId="7b901ef0-99db-43d3-97ba-0c544c30f217" providerId="ADAL" clId="{75D6B8AF-9399-4DDF-AFA5-AA3D509F3135}" dt="2025-10-03T06:28:06.312" v="23" actId="14100"/>
          <ac:cxnSpMkLst>
            <pc:docMk/>
            <pc:sldMk cId="488519330" sldId="983"/>
            <ac:cxnSpMk id="125" creationId="{00000000-0000-0000-0000-00000000000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4058366" cy="35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47" tIns="46574" rIns="93147" bIns="46574" numCol="1" anchor="t" anchorCtr="0" compatLnSpc="1">
            <a:prstTxWarp prst="textNoShape">
              <a:avLst/>
            </a:prstTxWarp>
          </a:bodyPr>
          <a:lstStyle>
            <a:lvl1pPr defTabSz="930275"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03162" y="3"/>
            <a:ext cx="4058366" cy="35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47" tIns="46574" rIns="93147" bIns="46574" numCol="1" anchor="t" anchorCtr="0" compatLnSpc="1">
            <a:prstTxWarp prst="textNoShape">
              <a:avLst/>
            </a:prstTxWarp>
          </a:bodyPr>
          <a:lstStyle>
            <a:lvl1pPr algn="r" defTabSz="930275"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720145"/>
            <a:ext cx="4058366" cy="35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47" tIns="46574" rIns="93147" bIns="46574" numCol="1" anchor="b" anchorCtr="0" compatLnSpc="1">
            <a:prstTxWarp prst="textNoShape">
              <a:avLst/>
            </a:prstTxWarp>
          </a:bodyPr>
          <a:lstStyle>
            <a:lvl1pPr defTabSz="930275"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4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303162" y="6720145"/>
            <a:ext cx="4058366" cy="35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47" tIns="46574" rIns="93147" bIns="46574" numCol="1" anchor="b" anchorCtr="0" compatLnSpc="1">
            <a:prstTxWarp prst="textNoShape">
              <a:avLst/>
            </a:prstTxWarp>
          </a:bodyPr>
          <a:lstStyle>
            <a:lvl1pPr algn="r" defTabSz="930275"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226BF44F-F33A-4CF8-BBB6-DD8F7F2EF71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64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4058366" cy="35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47" tIns="46574" rIns="93147" bIns="46574" numCol="1" anchor="t" anchorCtr="0" compatLnSpc="1">
            <a:prstTxWarp prst="textNoShape">
              <a:avLst/>
            </a:prstTxWarp>
          </a:bodyPr>
          <a:lstStyle>
            <a:lvl1pPr defTabSz="930275"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03162" y="3"/>
            <a:ext cx="4058366" cy="35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47" tIns="46574" rIns="93147" bIns="46574" numCol="1" anchor="t" anchorCtr="0" compatLnSpc="1">
            <a:prstTxWarp prst="textNoShape">
              <a:avLst/>
            </a:prstTxWarp>
          </a:bodyPr>
          <a:lstStyle>
            <a:lvl1pPr algn="r" defTabSz="930275"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34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67013" y="531813"/>
            <a:ext cx="3829050" cy="26527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308" y="3360076"/>
            <a:ext cx="7490460" cy="3184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47" tIns="46574" rIns="93147" bIns="4657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720145"/>
            <a:ext cx="4058366" cy="35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47" tIns="46574" rIns="93147" bIns="46574" numCol="1" anchor="b" anchorCtr="0" compatLnSpc="1">
            <a:prstTxWarp prst="textNoShape">
              <a:avLst/>
            </a:prstTxWarp>
          </a:bodyPr>
          <a:lstStyle>
            <a:lvl1pPr defTabSz="930275"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303162" y="6720145"/>
            <a:ext cx="4058366" cy="355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147" tIns="46574" rIns="93147" bIns="46574" numCol="1" anchor="b" anchorCtr="0" compatLnSpc="1">
            <a:prstTxWarp prst="textNoShape">
              <a:avLst/>
            </a:prstTxWarp>
          </a:bodyPr>
          <a:lstStyle>
            <a:lvl1pPr algn="r" defTabSz="930275"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8CE57041-30DF-4787-93AE-C874F44A3DD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8164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3187" y="2130426"/>
            <a:ext cx="8419627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6374" y="3886200"/>
            <a:ext cx="6933253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 bwMode="auto">
          <a:xfrm>
            <a:off x="1352550" y="336177"/>
            <a:ext cx="8550276" cy="51379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25000"/>
              <a:buFont typeface="Wingdings" pitchFamily="2" charset="2"/>
              <a:buChar char="•"/>
              <a:tabLst/>
            </a:pPr>
            <a:endParaRPr kumimoji="0" lang="en-IN" sz="1200" b="0" i="0" u="none" strike="noStrike" cap="none" normalizeH="0" baseline="0" dirty="0">
              <a:ln>
                <a:noFill/>
              </a:ln>
              <a:solidFill>
                <a:srgbClr val="474747"/>
              </a:solidFill>
              <a:effectLst/>
              <a:latin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 bwMode="auto">
          <a:xfrm>
            <a:off x="9396133" y="6649570"/>
            <a:ext cx="313017" cy="1835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25000"/>
              <a:buFont typeface="Wingdings" pitchFamily="2" charset="2"/>
              <a:buChar char="•"/>
              <a:tabLst/>
            </a:pPr>
            <a:endParaRPr kumimoji="0" lang="en-IN" sz="1200" b="0" i="0" u="none" strike="noStrike" cap="none" normalizeH="0" baseline="0" dirty="0">
              <a:ln>
                <a:noFill/>
              </a:ln>
              <a:solidFill>
                <a:srgbClr val="474747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408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458" y="274638"/>
            <a:ext cx="8915084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458" y="1600201"/>
            <a:ext cx="8915084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103748" y="124386"/>
            <a:ext cx="1125714" cy="1114813"/>
            <a:chOff x="226836" y="210750"/>
            <a:chExt cx="786132" cy="810400"/>
          </a:xfrm>
        </p:grpSpPr>
        <p:sp>
          <p:nvSpPr>
            <p:cNvPr id="5" name="Rectangle 15"/>
            <p:cNvSpPr>
              <a:spLocks noChangeArrowheads="1"/>
            </p:cNvSpPr>
            <p:nvPr/>
          </p:nvSpPr>
          <p:spPr bwMode="auto">
            <a:xfrm>
              <a:off x="226836" y="210750"/>
              <a:ext cx="786132" cy="810400"/>
            </a:xfrm>
            <a:prstGeom prst="rect">
              <a:avLst/>
            </a:prstGeom>
            <a:solidFill>
              <a:srgbClr val="1E723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 dirty="0">
                <a:cs typeface="+mn-cs"/>
              </a:endParaRPr>
            </a:p>
          </p:txBody>
        </p:sp>
        <p:sp>
          <p:nvSpPr>
            <p:cNvPr id="6" name="Rectangle 16"/>
            <p:cNvSpPr>
              <a:spLocks noChangeArrowheads="1"/>
            </p:cNvSpPr>
            <p:nvPr/>
          </p:nvSpPr>
          <p:spPr bwMode="auto">
            <a:xfrm>
              <a:off x="267117" y="263348"/>
              <a:ext cx="705570" cy="705204"/>
            </a:xfrm>
            <a:prstGeom prst="rect">
              <a:avLst/>
            </a:prstGeom>
            <a:solidFill>
              <a:srgbClr val="1E723F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GB" dirty="0">
                <a:cs typeface="+mn-cs"/>
              </a:endParaRPr>
            </a:p>
          </p:txBody>
        </p:sp>
        <p:sp>
          <p:nvSpPr>
            <p:cNvPr id="7" name="Text Box 17"/>
            <p:cNvSpPr txBox="1">
              <a:spLocks noChangeArrowheads="1"/>
            </p:cNvSpPr>
            <p:nvPr/>
          </p:nvSpPr>
          <p:spPr bwMode="auto">
            <a:xfrm>
              <a:off x="325257" y="350831"/>
              <a:ext cx="552450" cy="373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/>
            <a:lstStyle/>
            <a:p>
              <a:pPr eaLnBrk="0" hangingPunct="0">
                <a:lnSpc>
                  <a:spcPct val="85000"/>
                </a:lnSpc>
                <a:buSzTx/>
                <a:buFontTx/>
                <a:buNone/>
                <a:defRPr/>
              </a:pPr>
              <a:r>
                <a:rPr lang="en-GB" dirty="0">
                  <a:solidFill>
                    <a:schemeClr val="bg1"/>
                  </a:solidFill>
                  <a:latin typeface="Franklin Gothic Demi" pitchFamily="34" charset="0"/>
                  <a:ea typeface="ＭＳ Ｐゴシック" pitchFamily="34" charset="-128"/>
                  <a:cs typeface="+mn-cs"/>
                </a:rPr>
                <a:t>QUADRIA</a:t>
              </a:r>
            </a:p>
            <a:p>
              <a:pPr eaLnBrk="0" hangingPunct="0">
                <a:lnSpc>
                  <a:spcPct val="85000"/>
                </a:lnSpc>
                <a:buSzTx/>
                <a:buFontTx/>
                <a:buNone/>
                <a:defRPr/>
              </a:pPr>
              <a:r>
                <a:rPr lang="en-GB" dirty="0">
                  <a:solidFill>
                    <a:schemeClr val="bg1"/>
                  </a:solidFill>
                  <a:latin typeface="Franklin Gothic Demi" pitchFamily="34" charset="0"/>
                  <a:ea typeface="ＭＳ Ｐゴシック" pitchFamily="34" charset="-128"/>
                  <a:cs typeface="+mn-cs"/>
                </a:rPr>
                <a:t>CAPITAL</a:t>
              </a:r>
            </a:p>
            <a:p>
              <a:pPr eaLnBrk="0" hangingPunct="0">
                <a:lnSpc>
                  <a:spcPct val="85000"/>
                </a:lnSpc>
                <a:spcBef>
                  <a:spcPct val="50000"/>
                </a:spcBef>
                <a:buSzTx/>
                <a:buFontTx/>
                <a:buNone/>
                <a:defRPr/>
              </a:pPr>
              <a:endParaRPr lang="en-GB" sz="1400" dirty="0">
                <a:solidFill>
                  <a:schemeClr val="tx1"/>
                </a:solidFill>
                <a:latin typeface="Franklin Gothic Demi" pitchFamily="34" charset="0"/>
                <a:ea typeface="ＭＳ Ｐゴシック" pitchFamily="34" charset="-128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685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65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45" name="Line 13"/>
          <p:cNvSpPr>
            <a:spLocks noChangeShapeType="1"/>
          </p:cNvSpPr>
          <p:nvPr userDrawn="1"/>
        </p:nvSpPr>
        <p:spPr bwMode="auto">
          <a:xfrm flipV="1">
            <a:off x="1352550" y="609600"/>
            <a:ext cx="8553450" cy="0"/>
          </a:xfrm>
          <a:prstGeom prst="line">
            <a:avLst/>
          </a:prstGeom>
          <a:noFill/>
          <a:ln w="12700">
            <a:solidFill>
              <a:srgbClr val="1E723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dirty="0">
              <a:cs typeface="+mn-cs"/>
            </a:endParaRPr>
          </a:p>
        </p:txBody>
      </p:sp>
      <p:sp>
        <p:nvSpPr>
          <p:cNvPr id="632841" name="Text Box 9"/>
          <p:cNvSpPr txBox="1">
            <a:spLocks noChangeArrowheads="1"/>
          </p:cNvSpPr>
          <p:nvPr/>
        </p:nvSpPr>
        <p:spPr bwMode="auto">
          <a:xfrm>
            <a:off x="9447706" y="6583364"/>
            <a:ext cx="372218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SzTx/>
              <a:buFontTx/>
              <a:buNone/>
              <a:defRPr/>
            </a:pPr>
            <a:fld id="{879F460C-1DC6-4CAD-B319-3DC4F1D089EB}" type="slidenum">
              <a:rPr lang="en-US">
                <a:solidFill>
                  <a:schemeClr val="bg1"/>
                </a:solidFill>
                <a:cs typeface="+mn-cs"/>
              </a:rPr>
              <a:pPr algn="ctr">
                <a:buSzTx/>
                <a:buFontTx/>
                <a:buNone/>
                <a:defRPr/>
              </a:pPr>
              <a:t>‹#›</a:t>
            </a:fld>
            <a:endParaRPr lang="en-US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32843" name="Text Box 11"/>
          <p:cNvSpPr txBox="1">
            <a:spLocks noChangeArrowheads="1"/>
          </p:cNvSpPr>
          <p:nvPr/>
        </p:nvSpPr>
        <p:spPr bwMode="auto">
          <a:xfrm>
            <a:off x="9447706" y="6583364"/>
            <a:ext cx="372218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SzTx/>
              <a:buFontTx/>
              <a:buNone/>
              <a:defRPr/>
            </a:pPr>
            <a:fld id="{575029E8-8913-4D4E-AAA0-678DF5A61D20}" type="slidenum">
              <a:rPr lang="en-US">
                <a:solidFill>
                  <a:schemeClr val="bg1"/>
                </a:solidFill>
                <a:cs typeface="+mn-cs"/>
              </a:rPr>
              <a:pPr algn="ctr">
                <a:buSzTx/>
                <a:buFontTx/>
                <a:buNone/>
                <a:defRPr/>
              </a:pPr>
              <a:t>‹#›</a:t>
            </a:fld>
            <a:endParaRPr lang="en-US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632851" name="Rectangle 19"/>
          <p:cNvSpPr>
            <a:spLocks noChangeArrowheads="1"/>
          </p:cNvSpPr>
          <p:nvPr/>
        </p:nvSpPr>
        <p:spPr bwMode="auto">
          <a:xfrm>
            <a:off x="9397919" y="6597650"/>
            <a:ext cx="328936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SzTx/>
              <a:buFontTx/>
              <a:buNone/>
              <a:defRPr/>
            </a:pPr>
            <a:fld id="{F908390B-3D6A-48B1-9D20-5B09AEF43533}" type="slidenum">
              <a:rPr lang="en-US" sz="1100">
                <a:solidFill>
                  <a:schemeClr val="tx1"/>
                </a:solidFill>
                <a:latin typeface="Franklin Gothic Book" pitchFamily="34" charset="0"/>
                <a:cs typeface="+mn-cs"/>
              </a:rPr>
              <a:pPr>
                <a:buSzTx/>
                <a:buFontTx/>
                <a:buNone/>
                <a:defRPr/>
              </a:pPr>
              <a:t>‹#›</a:t>
            </a:fld>
            <a:endParaRPr lang="en-US" sz="1100" dirty="0">
              <a:solidFill>
                <a:schemeClr val="tx1"/>
              </a:solidFill>
              <a:latin typeface="Franklin Gothic Book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710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2"/>
          <p:cNvSpPr txBox="1">
            <a:spLocks/>
          </p:cNvSpPr>
          <p:nvPr/>
        </p:nvSpPr>
        <p:spPr>
          <a:xfrm>
            <a:off x="1310541" y="247475"/>
            <a:ext cx="78867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buSzPct val="125000"/>
              <a:buFont typeface="Wingdings" pitchFamily="2" charset="2"/>
              <a:buNone/>
            </a:pPr>
            <a:r>
              <a:rPr lang="en-US" sz="2000" b="1" kern="0" dirty="0">
                <a:solidFill>
                  <a:srgbClr val="1E723F"/>
                </a:solidFill>
                <a:latin typeface="Calibri" pitchFamily="34" charset="0"/>
                <a:cs typeface="Calibri" pitchFamily="34" charset="0"/>
              </a:rPr>
              <a:t>Proposed Entity Structure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28750" y="740355"/>
            <a:ext cx="8354518" cy="2347354"/>
            <a:chOff x="1453653" y="673767"/>
            <a:chExt cx="8354518" cy="2865726"/>
          </a:xfrm>
        </p:grpSpPr>
        <p:sp>
          <p:nvSpPr>
            <p:cNvPr id="2" name="Rectangle 1"/>
            <p:cNvSpPr/>
            <p:nvPr/>
          </p:nvSpPr>
          <p:spPr bwMode="auto">
            <a:xfrm>
              <a:off x="8138109" y="673767"/>
              <a:ext cx="1625437" cy="62034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25000"/>
                <a:buFont typeface="Wingdings" pitchFamily="2" charset="2"/>
                <a:buChar char="•"/>
                <a:tabLst/>
              </a:pPr>
              <a:endParaRPr kumimoji="0" lang="en-SG" sz="1200" b="0" i="0" u="none" strike="noStrike" cap="none" normalizeH="0" baseline="0">
                <a:ln>
                  <a:noFill/>
                </a:ln>
                <a:solidFill>
                  <a:srgbClr val="474747"/>
                </a:solidFill>
                <a:effectLst/>
                <a:latin typeface="Arial" charset="0"/>
              </a:endParaRPr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3212862" y="2625023"/>
              <a:ext cx="1270891" cy="832781"/>
            </a:xfrm>
            <a:prstGeom prst="rect">
              <a:avLst/>
            </a:prstGeom>
            <a:solidFill>
              <a:srgbClr val="1E723F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lIns="91440" tIns="51428" rIns="45720" bIns="51428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0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Quadria Capital GCC Advisors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+mn-cs"/>
                </a:rPr>
                <a:t>(to be incorporated)</a:t>
              </a:r>
              <a:endPara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cxnSp>
          <p:nvCxnSpPr>
            <p:cNvPr id="109" name="Straight Arrow Connector 108"/>
            <p:cNvCxnSpPr/>
            <p:nvPr/>
          </p:nvCxnSpPr>
          <p:spPr bwMode="auto">
            <a:xfrm>
              <a:off x="1536302" y="1162939"/>
              <a:ext cx="0" cy="579960"/>
            </a:xfrm>
            <a:prstGeom prst="straightConnector1">
              <a:avLst/>
            </a:prstGeom>
            <a:noFill/>
            <a:ln w="15875" cap="flat" cmpd="sng" algn="ctr">
              <a:solidFill>
                <a:srgbClr val="FFFFFF"/>
              </a:solidFill>
              <a:prstDash val="sysDash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2" name="Rectangle 21"/>
            <p:cNvSpPr/>
            <p:nvPr/>
          </p:nvSpPr>
          <p:spPr bwMode="auto">
            <a:xfrm>
              <a:off x="1453653" y="806470"/>
              <a:ext cx="1179751" cy="285219"/>
            </a:xfrm>
            <a:prstGeom prst="rect">
              <a:avLst/>
            </a:prstGeom>
            <a:solidFill>
              <a:srgbClr val="3282A0"/>
            </a:solidFill>
            <a:ln w="9525" cap="flat" cmpd="sng" algn="ctr">
              <a:solidFill>
                <a:srgbClr val="3282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25000"/>
                <a:buNone/>
                <a:tabLst/>
              </a:pP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itchFamily="34" charset="0"/>
                  <a:cs typeface="Calibri" pitchFamily="34" charset="0"/>
                </a:rPr>
                <a:t>Abrar Mir</a:t>
              </a:r>
            </a:p>
          </p:txBody>
        </p:sp>
        <p:sp>
          <p:nvSpPr>
            <p:cNvPr id="77" name="Rectangle 76"/>
            <p:cNvSpPr/>
            <p:nvPr/>
          </p:nvSpPr>
          <p:spPr bwMode="auto">
            <a:xfrm>
              <a:off x="4483753" y="806470"/>
              <a:ext cx="1179751" cy="285219"/>
            </a:xfrm>
            <a:prstGeom prst="rect">
              <a:avLst/>
            </a:prstGeom>
            <a:solidFill>
              <a:srgbClr val="3282A0"/>
            </a:solidFill>
            <a:ln w="9525" cap="flat" cmpd="sng" algn="ctr">
              <a:solidFill>
                <a:srgbClr val="3282A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25000"/>
                <a:buNone/>
                <a:tabLst/>
              </a:pPr>
              <a:r>
                <a:rPr kumimoji="0" lang="en-US" sz="12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itchFamily="34" charset="0"/>
                  <a:cs typeface="Calibri" pitchFamily="34" charset="0"/>
                </a:rPr>
                <a:t>Amit</a:t>
              </a:r>
              <a:r>
                <a:rPr kumimoji="0" lang="en-US" sz="1200" b="1" i="0" u="none" strike="noStrike" cap="none" normalizeH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alibri" pitchFamily="34" charset="0"/>
                  <a:cs typeface="Calibri" pitchFamily="34" charset="0"/>
                </a:rPr>
                <a:t> Varma</a:t>
              </a:r>
              <a:endParaRPr kumimoji="0" 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25" name="Straight Arrow Connector 124"/>
            <p:cNvCxnSpPr>
              <a:cxnSpLocks/>
            </p:cNvCxnSpPr>
            <p:nvPr/>
          </p:nvCxnSpPr>
          <p:spPr bwMode="auto">
            <a:xfrm flipH="1">
              <a:off x="4401580" y="1234299"/>
              <a:ext cx="607941" cy="1327249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3282A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30" name="TextBox 129"/>
            <p:cNvSpPr txBox="1"/>
            <p:nvPr/>
          </p:nvSpPr>
          <p:spPr>
            <a:xfrm>
              <a:off x="4587332" y="1934243"/>
              <a:ext cx="591462" cy="263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800" b="1" dirty="0">
                  <a:solidFill>
                    <a:srgbClr val="3282A0"/>
                  </a:solidFill>
                  <a:latin typeface="Calibri" pitchFamily="34" charset="0"/>
                  <a:cs typeface="Calibri" pitchFamily="34" charset="0"/>
                </a:rPr>
                <a:t>50.0%</a:t>
              </a: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8544926" y="977798"/>
              <a:ext cx="60852" cy="60852"/>
            </a:xfrm>
            <a:prstGeom prst="rect">
              <a:avLst/>
            </a:prstGeom>
            <a:solidFill>
              <a:srgbClr val="D78A1C"/>
            </a:solidFill>
            <a:ln w="9525" cap="flat" cmpd="sng" algn="ctr">
              <a:solidFill>
                <a:srgbClr val="D78A1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342900" marR="0" indent="-34290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Pct val="125000"/>
                <a:buFont typeface="Wingdings" pitchFamily="2" charset="2"/>
                <a:buChar char="•"/>
                <a:tabLst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rgbClr val="474747"/>
                </a:solidFill>
                <a:effectLst/>
                <a:latin typeface="Arial" charset="0"/>
              </a:endParaRPr>
            </a:p>
          </p:txBody>
        </p:sp>
        <p:cxnSp>
          <p:nvCxnSpPr>
            <p:cNvPr id="45" name="Straight Arrow Connector 44"/>
            <p:cNvCxnSpPr/>
            <p:nvPr/>
          </p:nvCxnSpPr>
          <p:spPr bwMode="auto">
            <a:xfrm flipH="1">
              <a:off x="8186685" y="1131072"/>
              <a:ext cx="451958" cy="0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3282A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7" name="TextBox 46"/>
            <p:cNvSpPr txBox="1"/>
            <p:nvPr/>
          </p:nvSpPr>
          <p:spPr>
            <a:xfrm>
              <a:off x="8596888" y="906548"/>
              <a:ext cx="1211283" cy="4133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8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Entity</a:t>
              </a:r>
            </a:p>
            <a:p>
              <a:pPr>
                <a:buNone/>
              </a:pPr>
              <a:r>
                <a:rPr lang="en-US" sz="8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Proposed Shareholding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174810" y="673768"/>
              <a:ext cx="121128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800" b="1" u="sng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Legend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548083" y="2675283"/>
              <a:ext cx="2324645" cy="8642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8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Name Preference</a:t>
              </a:r>
            </a:p>
            <a:p>
              <a:pPr marL="171450" indent="-171450">
                <a:buFont typeface="Wingdings" pitchFamily="2" charset="2"/>
                <a:buChar char="§"/>
              </a:pPr>
              <a:r>
                <a:rPr lang="en-US" sz="8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Preference 1. Quadria Capital GCC Advisors</a:t>
              </a:r>
            </a:p>
            <a:p>
              <a:pPr marL="171450" indent="-171450">
                <a:buFont typeface="Wingdings" pitchFamily="2" charset="2"/>
                <a:buChar char="§"/>
              </a:pPr>
              <a:r>
                <a:rPr lang="en-US" sz="8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Preference 2: Quadria Capital GCC Opportunities</a:t>
              </a:r>
            </a:p>
            <a:p>
              <a:pPr marL="171450" indent="-171450">
                <a:buFont typeface="Wingdings" pitchFamily="2" charset="2"/>
                <a:buChar char="§"/>
              </a:pPr>
              <a:r>
                <a:rPr lang="en-US" sz="800" dirty="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rPr>
                <a:t>Preference 3: Quadria Capital GCC Strategy</a:t>
              </a:r>
            </a:p>
          </p:txBody>
        </p:sp>
        <p:cxnSp>
          <p:nvCxnSpPr>
            <p:cNvPr id="93" name="Straight Arrow Connector 92"/>
            <p:cNvCxnSpPr>
              <a:cxnSpLocks/>
            </p:cNvCxnSpPr>
            <p:nvPr/>
          </p:nvCxnSpPr>
          <p:spPr bwMode="auto">
            <a:xfrm>
              <a:off x="1924234" y="1131071"/>
              <a:ext cx="1352443" cy="1430477"/>
            </a:xfrm>
            <a:prstGeom prst="straightConnector1">
              <a:avLst/>
            </a:prstGeom>
            <a:solidFill>
              <a:schemeClr val="bg1"/>
            </a:solidFill>
            <a:ln w="9525" cap="flat" cmpd="sng" algn="ctr">
              <a:solidFill>
                <a:srgbClr val="3282A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94" name="TextBox 93"/>
            <p:cNvSpPr txBox="1"/>
            <p:nvPr/>
          </p:nvSpPr>
          <p:spPr>
            <a:xfrm>
              <a:off x="2159761" y="1846310"/>
              <a:ext cx="591462" cy="2630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None/>
              </a:pPr>
              <a:r>
                <a:rPr lang="en-US" sz="800" b="1" dirty="0">
                  <a:solidFill>
                    <a:srgbClr val="3282A0"/>
                  </a:solidFill>
                  <a:latin typeface="Calibri" pitchFamily="34" charset="0"/>
                  <a:cs typeface="Calibri" pitchFamily="34" charset="0"/>
                </a:rPr>
                <a:t>50.0%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8F7EF00-229B-E025-1713-6214F149E8B4}"/>
              </a:ext>
            </a:extLst>
          </p:cNvPr>
          <p:cNvSpPr txBox="1"/>
          <p:nvPr/>
        </p:nvSpPr>
        <p:spPr>
          <a:xfrm>
            <a:off x="1274406" y="1319791"/>
            <a:ext cx="11797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SzTx/>
              <a:buFontTx/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  <a:cs typeface="+mn-cs"/>
              </a:rPr>
              <a:t>Proposed Shareholder and Director</a:t>
            </a:r>
            <a:endParaRPr lang="en-SG" sz="800" dirty="0">
              <a:solidFill>
                <a:srgbClr val="000000"/>
              </a:solidFill>
              <a:latin typeface="Calibri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6BFA57-49FE-B8C6-885A-D8DC96794B5D}"/>
              </a:ext>
            </a:extLst>
          </p:cNvPr>
          <p:cNvSpPr txBox="1"/>
          <p:nvPr/>
        </p:nvSpPr>
        <p:spPr>
          <a:xfrm>
            <a:off x="4883561" y="1333422"/>
            <a:ext cx="11797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SzTx/>
              <a:buFontTx/>
              <a:buNone/>
            </a:pPr>
            <a:r>
              <a:rPr lang="en-US" sz="800" dirty="0">
                <a:solidFill>
                  <a:srgbClr val="000000"/>
                </a:solidFill>
                <a:latin typeface="Calibri"/>
                <a:cs typeface="+mn-cs"/>
              </a:rPr>
              <a:t>Proposed Shareholder and Director</a:t>
            </a:r>
            <a:endParaRPr lang="en-SG" sz="800" dirty="0">
              <a:solidFill>
                <a:srgbClr val="000000"/>
              </a:solidFill>
              <a:latin typeface="Calibr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8519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2"/>
          <p:cNvSpPr txBox="1">
            <a:spLocks/>
          </p:cNvSpPr>
          <p:nvPr/>
        </p:nvSpPr>
        <p:spPr>
          <a:xfrm>
            <a:off x="1310541" y="247475"/>
            <a:ext cx="78867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 anchor="ctr" anchorCtr="0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buSzPct val="125000"/>
              <a:buFont typeface="Wingdings" pitchFamily="2" charset="2"/>
              <a:buNone/>
            </a:pPr>
            <a:r>
              <a:rPr lang="en-US" sz="2000" b="1" kern="0" dirty="0">
                <a:solidFill>
                  <a:srgbClr val="1E723F"/>
                </a:solidFill>
                <a:latin typeface="Calibri" pitchFamily="34" charset="0"/>
                <a:cs typeface="Calibri" pitchFamily="34" charset="0"/>
              </a:rPr>
              <a:t>Quadria Capital Overview Of Structure And Entities</a:t>
            </a:r>
          </a:p>
        </p:txBody>
      </p:sp>
      <p:cxnSp>
        <p:nvCxnSpPr>
          <p:cNvPr id="97" name="Straight Arrow Connector 96"/>
          <p:cNvCxnSpPr/>
          <p:nvPr/>
        </p:nvCxnSpPr>
        <p:spPr bwMode="auto">
          <a:xfrm>
            <a:off x="1828839" y="2063987"/>
            <a:ext cx="0" cy="85225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3282A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9" name="TextBox 118"/>
          <p:cNvSpPr txBox="1"/>
          <p:nvPr/>
        </p:nvSpPr>
        <p:spPr>
          <a:xfrm>
            <a:off x="1310540" y="2643744"/>
            <a:ext cx="591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3282A0"/>
                </a:solidFill>
                <a:latin typeface="Calibri" pitchFamily="34" charset="0"/>
                <a:cs typeface="Calibri" pitchFamily="34" charset="0"/>
              </a:rPr>
              <a:t>19.00%</a:t>
            </a:r>
          </a:p>
        </p:txBody>
      </p:sp>
      <p:sp>
        <p:nvSpPr>
          <p:cNvPr id="134" name="Rounded Rectangle 133"/>
          <p:cNvSpPr/>
          <p:nvPr/>
        </p:nvSpPr>
        <p:spPr bwMode="auto">
          <a:xfrm>
            <a:off x="881757" y="2933396"/>
            <a:ext cx="1036597" cy="5963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125000"/>
              <a:buNone/>
              <a:tabLst/>
            </a:pPr>
            <a:r>
              <a:rPr lang="en-US" sz="1000" b="1" dirty="0">
                <a:solidFill>
                  <a:schemeClr val="bg1"/>
                </a:solidFill>
              </a:rPr>
              <a:t>Lablink (M) </a:t>
            </a:r>
            <a:r>
              <a:rPr lang="en-US" sz="1000" b="1" dirty="0" err="1">
                <a:solidFill>
                  <a:schemeClr val="bg1"/>
                </a:solidFill>
              </a:rPr>
              <a:t>Sdn</a:t>
            </a:r>
            <a:r>
              <a:rPr lang="en-US" sz="1000" b="1" dirty="0">
                <a:solidFill>
                  <a:schemeClr val="bg1"/>
                </a:solidFill>
              </a:rPr>
              <a:t> </a:t>
            </a:r>
            <a:r>
              <a:rPr lang="en-US" sz="1000" b="1" dirty="0" err="1">
                <a:solidFill>
                  <a:schemeClr val="bg1"/>
                </a:solidFill>
              </a:rPr>
              <a:t>Bhd</a:t>
            </a:r>
            <a:endParaRPr kumimoji="0" lang="en-US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0B5912A-0C61-49B6-8AED-7799C081A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57" y="1522416"/>
            <a:ext cx="1034354" cy="541571"/>
          </a:xfrm>
          <a:prstGeom prst="rect">
            <a:avLst/>
          </a:prstGeom>
          <a:solidFill>
            <a:srgbClr val="1E723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91440" tIns="51428" rIns="45720" bIns="51428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 dirty="0">
                <a:solidFill>
                  <a:srgbClr val="FFFFFF"/>
                </a:solidFill>
                <a:latin typeface="Calibri"/>
                <a:cs typeface="+mn-cs"/>
              </a:rPr>
              <a:t>Kingdom QC Investment Holdings Pte. Ltd</a:t>
            </a:r>
            <a:endParaRPr kumimoji="0" lang="en-US" sz="10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88A6B3C-9593-47F6-87D5-08883D01AD8B}"/>
              </a:ext>
            </a:extLst>
          </p:cNvPr>
          <p:cNvSpPr txBox="1"/>
          <p:nvPr/>
        </p:nvSpPr>
        <p:spPr>
          <a:xfrm>
            <a:off x="632119" y="2036057"/>
            <a:ext cx="119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Incorporated in Singapore on 10 Oct 2017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0E65D67-8351-4F16-96C0-C1D6078FCCD8}"/>
              </a:ext>
            </a:extLst>
          </p:cNvPr>
          <p:cNvCxnSpPr/>
          <p:nvPr/>
        </p:nvCxnSpPr>
        <p:spPr bwMode="auto">
          <a:xfrm>
            <a:off x="136845" y="2597831"/>
            <a:ext cx="9520701" cy="1244"/>
          </a:xfrm>
          <a:prstGeom prst="line">
            <a:avLst/>
          </a:prstGeom>
          <a:solidFill>
            <a:schemeClr val="bg1"/>
          </a:solidFill>
          <a:ln w="19050" cap="flat" cmpd="sng" algn="ctr">
            <a:solidFill>
              <a:srgbClr val="5F5F5F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3F1C95D2-79BD-40B2-AE4C-BE6DCD64452B}"/>
              </a:ext>
            </a:extLst>
          </p:cNvPr>
          <p:cNvCxnSpPr/>
          <p:nvPr/>
        </p:nvCxnSpPr>
        <p:spPr bwMode="auto">
          <a:xfrm>
            <a:off x="3112831" y="2063987"/>
            <a:ext cx="0" cy="85225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3282A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BB0F4259-1A47-4474-9927-E39336D55E24}"/>
              </a:ext>
            </a:extLst>
          </p:cNvPr>
          <p:cNvSpPr txBox="1"/>
          <p:nvPr/>
        </p:nvSpPr>
        <p:spPr>
          <a:xfrm>
            <a:off x="2594532" y="2643744"/>
            <a:ext cx="591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3282A0"/>
                </a:solidFill>
                <a:latin typeface="Calibri" pitchFamily="34" charset="0"/>
                <a:cs typeface="Calibri" pitchFamily="34" charset="0"/>
              </a:rPr>
              <a:t>26.7%</a:t>
            </a:r>
          </a:p>
        </p:txBody>
      </p:sp>
      <p:sp>
        <p:nvSpPr>
          <p:cNvPr id="147" name="Rounded Rectangle 133">
            <a:extLst>
              <a:ext uri="{FF2B5EF4-FFF2-40B4-BE49-F238E27FC236}">
                <a16:creationId xmlns:a16="http://schemas.microsoft.com/office/drawing/2014/main" id="{89D42F66-F9C9-460A-BA75-39FF6F922ECF}"/>
              </a:ext>
            </a:extLst>
          </p:cNvPr>
          <p:cNvSpPr/>
          <p:nvPr/>
        </p:nvSpPr>
        <p:spPr bwMode="auto">
          <a:xfrm>
            <a:off x="2165749" y="2933396"/>
            <a:ext cx="1036597" cy="596305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Strand Life Sciences</a:t>
            </a:r>
            <a:endParaRPr lang="en-US" sz="1000" b="1" dirty="0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62AEB9F-3F70-446D-8235-61C289808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749" y="1522416"/>
            <a:ext cx="1034354" cy="541571"/>
          </a:xfrm>
          <a:prstGeom prst="rect">
            <a:avLst/>
          </a:prstGeom>
          <a:solidFill>
            <a:srgbClr val="1E723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91440" tIns="51428" rIns="45720" bIns="51428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kern="0" dirty="0">
                <a:solidFill>
                  <a:srgbClr val="FFFFFF"/>
                </a:solidFill>
                <a:latin typeface="Calibri"/>
                <a:cs typeface="+mn-cs"/>
              </a:rPr>
              <a:t>Taurus QC Investment Holdings Pte. Ltd</a:t>
            </a:r>
            <a:endParaRPr kumimoji="0" lang="en-US" sz="10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E11A456-78D7-4D8F-ADD3-0E653AEC41BE}"/>
              </a:ext>
            </a:extLst>
          </p:cNvPr>
          <p:cNvSpPr txBox="1"/>
          <p:nvPr/>
        </p:nvSpPr>
        <p:spPr>
          <a:xfrm>
            <a:off x="1916111" y="2036057"/>
            <a:ext cx="119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8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Incorporated in Singapore on 10 Oct 2017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1FA051B-FA37-4169-878D-F3EAE06A56A7}"/>
              </a:ext>
            </a:extLst>
          </p:cNvPr>
          <p:cNvCxnSpPr>
            <a:cxnSpLocks/>
          </p:cNvCxnSpPr>
          <p:nvPr/>
        </p:nvCxnSpPr>
        <p:spPr bwMode="auto">
          <a:xfrm>
            <a:off x="1490382" y="833911"/>
            <a:ext cx="0" cy="68850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3282A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4920D00-4A9C-4D08-A89D-B7C2ED03CD51}"/>
              </a:ext>
            </a:extLst>
          </p:cNvPr>
          <p:cNvCxnSpPr>
            <a:cxnSpLocks/>
          </p:cNvCxnSpPr>
          <p:nvPr/>
        </p:nvCxnSpPr>
        <p:spPr bwMode="auto">
          <a:xfrm>
            <a:off x="2682926" y="833910"/>
            <a:ext cx="0" cy="688505"/>
          </a:xfrm>
          <a:prstGeom prst="straightConnector1">
            <a:avLst/>
          </a:prstGeom>
          <a:solidFill>
            <a:schemeClr val="bg1"/>
          </a:solidFill>
          <a:ln w="9525" cap="flat" cmpd="sng" algn="ctr">
            <a:solidFill>
              <a:srgbClr val="3282A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18418522-AD13-4FCF-B0DC-BC109693371D}"/>
              </a:ext>
            </a:extLst>
          </p:cNvPr>
          <p:cNvSpPr txBox="1"/>
          <p:nvPr/>
        </p:nvSpPr>
        <p:spPr>
          <a:xfrm>
            <a:off x="8410670" y="839608"/>
            <a:ext cx="11877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CONTINUED FROM PAGE 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8A3C22F-F931-430A-8C8C-D13A5CFB5812}"/>
              </a:ext>
            </a:extLst>
          </p:cNvPr>
          <p:cNvSpPr txBox="1"/>
          <p:nvPr/>
        </p:nvSpPr>
        <p:spPr>
          <a:xfrm>
            <a:off x="1568778" y="1286227"/>
            <a:ext cx="591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3282A0"/>
                </a:solidFill>
                <a:latin typeface="Calibri" pitchFamily="34" charset="0"/>
                <a:cs typeface="Calibri" pitchFamily="34" charset="0"/>
              </a:rPr>
              <a:t>76.68%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E846971-1B66-40FB-BBD3-14B3E3484301}"/>
              </a:ext>
            </a:extLst>
          </p:cNvPr>
          <p:cNvSpPr txBox="1"/>
          <p:nvPr/>
        </p:nvSpPr>
        <p:spPr>
          <a:xfrm>
            <a:off x="2817100" y="1293007"/>
            <a:ext cx="5914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800" b="1" dirty="0">
                <a:solidFill>
                  <a:srgbClr val="3282A0"/>
                </a:solidFill>
                <a:latin typeface="Calibri" pitchFamily="34" charset="0"/>
                <a:cs typeface="Calibri" pitchFamily="34" charset="0"/>
              </a:rPr>
              <a:t>81.29%</a:t>
            </a:r>
          </a:p>
        </p:txBody>
      </p:sp>
    </p:spTree>
    <p:extLst>
      <p:ext uri="{BB962C8B-B14F-4D97-AF65-F5344CB8AC3E}">
        <p14:creationId xmlns:p14="http://schemas.microsoft.com/office/powerpoint/2010/main" val="288752589"/>
      </p:ext>
    </p:extLst>
  </p:cSld>
  <p:clrMapOvr>
    <a:masterClrMapping/>
  </p:clrMapOvr>
</p:sld>
</file>

<file path=ppt/theme/theme1.xml><?xml version="1.0" encoding="utf-8"?>
<a:theme xmlns:a="http://schemas.openxmlformats.org/drawingml/2006/main" name="2_Default Design">
  <a:themeElements>
    <a:clrScheme name="RCM_Nov">
      <a:dk1>
        <a:srgbClr val="000000"/>
      </a:dk1>
      <a:lt1>
        <a:srgbClr val="FFFFFF"/>
      </a:lt1>
      <a:dk2>
        <a:srgbClr val="77933C"/>
      </a:dk2>
      <a:lt2>
        <a:srgbClr val="FFFFFF"/>
      </a:lt2>
      <a:accent1>
        <a:srgbClr val="1E723F"/>
      </a:accent1>
      <a:accent2>
        <a:srgbClr val="D78A1C"/>
      </a:accent2>
      <a:accent3>
        <a:srgbClr val="3282A0"/>
      </a:accent3>
      <a:accent4>
        <a:srgbClr val="8C8C8C"/>
      </a:accent4>
      <a:accent5>
        <a:srgbClr val="A13D3A"/>
      </a:accent5>
      <a:accent6>
        <a:srgbClr val="B3B375"/>
      </a:accent6>
      <a:hlink>
        <a:srgbClr val="0000FF"/>
      </a:hlink>
      <a:folHlink>
        <a:srgbClr val="857551"/>
      </a:folHlink>
    </a:clrScheme>
    <a:fontScheme name="2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125000"/>
          <a:buFont typeface="Wingdings" pitchFamily="2" charset="2"/>
          <a:buChar char="•"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474747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Pct val="125000"/>
          <a:buFont typeface="Wingdings" pitchFamily="2" charset="2"/>
          <a:buChar char="•"/>
          <a:tabLst/>
          <a:defRPr kumimoji="0" lang="en-US" sz="1200" b="0" i="0" u="none" strike="noStrike" cap="none" normalizeH="0" baseline="0" smtClean="0">
            <a:ln>
              <a:noFill/>
            </a:ln>
            <a:solidFill>
              <a:srgbClr val="474747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76153</TotalTime>
  <Words>111</Words>
  <Application>Microsoft Office PowerPoint</Application>
  <PresentationFormat>A4 Paper (210x297 mm)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Franklin Gothic Book</vt:lpstr>
      <vt:lpstr>Franklin Gothic Demi</vt:lpstr>
      <vt:lpstr>Wingdings</vt:lpstr>
      <vt:lpstr>2_Default Design</vt:lpstr>
      <vt:lpstr>PowerPoint Presentation</vt:lpstr>
      <vt:lpstr>PowerPoint Presentation</vt:lpstr>
    </vt:vector>
  </TitlesOfParts>
  <Company>獫票楧栮捯洀鉭曮㞱Û뜰⠲쎔딁烊皭〼፥ᙼ䕸忤઱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乩歫椠䱡畳椀㸲㻸ꔿ㌋䬮ꍰ䞮誀圇짗꾬钒붤鏊꣊㥊揤鞁</dc:creator>
  <cp:lastModifiedBy>Devendra Sharma</cp:lastModifiedBy>
  <cp:revision>1764</cp:revision>
  <cp:lastPrinted>2013-09-27T10:04:54Z</cp:lastPrinted>
  <dcterms:created xsi:type="dcterms:W3CDTF">2007-02-18T09:29:09Z</dcterms:created>
  <dcterms:modified xsi:type="dcterms:W3CDTF">2025-10-03T06:34:06Z</dcterms:modified>
</cp:coreProperties>
</file>